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yani Reddy" userId="51c9130cda04b76f" providerId="LiveId" clId="{FC88C9EE-B5AC-47A7-AD0E-D9396256553F}"/>
    <pc:docChg chg="modSld">
      <pc:chgData name="Gayani Reddy" userId="51c9130cda04b76f" providerId="LiveId" clId="{FC88C9EE-B5AC-47A7-AD0E-D9396256553F}" dt="2026-05-05T04:32:57.480" v="5" actId="20577"/>
      <pc:docMkLst>
        <pc:docMk/>
      </pc:docMkLst>
      <pc:sldChg chg="modSp mod">
        <pc:chgData name="Gayani Reddy" userId="51c9130cda04b76f" providerId="LiveId" clId="{FC88C9EE-B5AC-47A7-AD0E-D9396256553F}" dt="2026-05-05T04:32:57.480" v="5" actId="20577"/>
        <pc:sldMkLst>
          <pc:docMk/>
          <pc:sldMk cId="0" sldId="256"/>
        </pc:sldMkLst>
        <pc:spChg chg="mod">
          <ac:chgData name="Gayani Reddy" userId="51c9130cda04b76f" providerId="LiveId" clId="{FC88C9EE-B5AC-47A7-AD0E-D9396256553F}" dt="2026-05-05T04:32:57.480" v="5" actId="20577"/>
          <ac:spMkLst>
            <pc:docMk/>
            <pc:sldMk cId="0" sldId="256"/>
            <ac:spMk id="27" creationId="{AC6C53BF-3850-6683-E07F-D595EC8B02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10211IT224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918854" y="5922631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CHADIVE GAYANI – VTU27065 – 23UEIT0069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Visumathi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J/ Professor/ IT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702939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– 9 Industry, Innovation and Infrastructure 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4263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57400" y="1952203"/>
            <a:ext cx="152019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Smart Campus Event Management System is a web-based application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Designed to manage campus events, workshops, and seminars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Provides a centralized platform for students and administrators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can view upcoming events and register online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Allows students to give feedback after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Admins can create, update, and delete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Built using Spring Boot, Spring MVC, and Spring Data JPA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Reduces manual work and paperwork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Improves communication and event participation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Ensures a user-friendly and efficient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Contributes to building a smart, digital campus environment by making event management faster, organized, and efficient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33601" y="1982349"/>
            <a:ext cx="15087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 many colleges, event management is handled through manual or semi-digital methods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often face difficulty in finding accurate and updated event information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Event registrations are time-consuming and not well-organized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Lack of centralized system leads to miscommunication between students and admins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Tracking participate details  and feedback is inefficient and error-prone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Admins face challenges in managing, updating, and analyzing event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Existing systems do not support easy filtering and searching of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There is no proper system to analyze participation and generate statistics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These issues result in reduced student participation and poor event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Therefore, there is a need for a system that builds a smart, digital campus environment by making event management faster, organized, and efficient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C49572-D65B-9D7B-B779-FFEC6593D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8CF75-5878-19A8-2913-96B9B9673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design and develop </a:t>
            </a:r>
            <a:r>
              <a:rPr lang="en-US" sz="2800" dirty="0"/>
              <a:t>a web-based Smart Campus Event Management System for efficient event creation, registration, and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implement</a:t>
            </a:r>
            <a:r>
              <a:rPr lang="en-US" sz="2800" dirty="0"/>
              <a:t> secure, user-friendly features with event filtering and performance tracking to improve participation and administrative efficiency</a:t>
            </a: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982348"/>
            <a:ext cx="156919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Provides a web-based centralized system for managing all campus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Allows students to easily browse and register for events online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Enables admins to create, update, and delete events efficiently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Reduces manual work and paperwork in event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Improves communication between students and administrators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Supports event filtering (date, department, type) for quick search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Maintains accurate records of registrations and feedback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Helps in analyzing event participation using statistics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Ensures secure access with authentication for admin users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Provides real-time updates of events and registrations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Enhances overall efficiency and user experience in campus event management</a:t>
            </a:r>
            <a:endParaRPr lang="en-IN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38494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0646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646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0646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0646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0646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0646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0646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0646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491225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042557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-118463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ABDD5D3-DBB0-905F-C5E0-26AD5E243A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02214" y="496826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F970402F-9658-D281-B820-45B51A12B0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A2FB0C1-E74E-4F4F-DAEC-72D0668CF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975" y="1361790"/>
            <a:ext cx="6496050" cy="8658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D4EB9-0199-72E4-0799-1089ED340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146934"/>
            <a:ext cx="6858000" cy="9140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62227" y="1913952"/>
            <a:ext cx="150823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Frontend: </a:t>
            </a:r>
            <a:r>
              <a:rPr lang="en-US" sz="3200" dirty="0"/>
              <a:t>HTML5, CSS3, </a:t>
            </a:r>
            <a:r>
              <a:rPr lang="en-US" sz="3200" dirty="0" err="1"/>
              <a:t>Thymeleaf</a:t>
            </a:r>
            <a:r>
              <a:rPr lang="en-US" sz="3200" dirty="0"/>
              <a:t> (templating engine)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Backend:</a:t>
            </a:r>
            <a:r>
              <a:rPr lang="en-US" sz="3200" dirty="0"/>
              <a:t> Spring Boot, Spring MVC, Spring Core (Dependency Injection), Spring Data JPA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Database:</a:t>
            </a:r>
            <a:r>
              <a:rPr lang="en-US" sz="3200" dirty="0"/>
              <a:t> MySQL (or H2 for development)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Tools:</a:t>
            </a:r>
            <a:r>
              <a:rPr lang="en-IN" sz="3200" dirty="0"/>
              <a:t> Maven, Eclipse/IntelliJ, Git, Postman (for REST API testing)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Hardware/Software Requirements: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Any OS (Windows/Linux/macOS)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JDK 11+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Any modern browser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Embedded Tomcat (comes with Spring Boot)</a:t>
            </a: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828800" y="1859696"/>
            <a:ext cx="15691925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Module 1 – User Management</a:t>
            </a:r>
            <a:r>
              <a:rPr lang="en-US" sz="3200" dirty="0"/>
              <a:t>: </a:t>
            </a:r>
          </a:p>
          <a:p>
            <a:r>
              <a:rPr lang="en-US" sz="3200" dirty="0"/>
              <a:t>Handles student login and admin authentication (basic auth). No separate registration for students – admin can add students.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Module 2 – Event Management (CRUD)</a:t>
            </a:r>
            <a:r>
              <a:rPr lang="en-US" sz="3200" dirty="0"/>
              <a:t>:</a:t>
            </a:r>
          </a:p>
          <a:p>
            <a:r>
              <a:rPr lang="en-US" sz="3200" dirty="0"/>
              <a:t> Admin can create, read, update, delete events using Spring Boot + JPA.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/>
              <a:t>Module 3 – Student Event &amp; Registration</a:t>
            </a:r>
            <a:r>
              <a:rPr lang="en-US" sz="3200" dirty="0"/>
              <a:t>:</a:t>
            </a:r>
          </a:p>
          <a:p>
            <a:r>
              <a:rPr lang="en-US" sz="3200" dirty="0"/>
              <a:t> Students browse events, register for events with validation, view their registered events.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Module 4 – Search &amp; Filters</a:t>
            </a:r>
            <a:r>
              <a:rPr lang="en-US" sz="3200" dirty="0"/>
              <a:t>: </a:t>
            </a:r>
          </a:p>
          <a:p>
            <a:r>
              <a:rPr lang="en-US" sz="3200" dirty="0"/>
              <a:t>Search/filter events by date, department, or type.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Module 5 – Reporting &amp; Analytics</a:t>
            </a:r>
            <a:r>
              <a:rPr lang="en-US" sz="3200" dirty="0"/>
              <a:t>:</a:t>
            </a:r>
          </a:p>
          <a:p>
            <a:r>
              <a:rPr lang="en-US" sz="3200" dirty="0"/>
              <a:t> View event registration statistics using aggregate functions (COUNT, GROUP BY).</a:t>
            </a:r>
          </a:p>
          <a:p>
            <a:endParaRPr lang="en-US" sz="3200" dirty="0"/>
          </a:p>
          <a:p>
            <a:br>
              <a:rPr lang="en-US" sz="3200" dirty="0"/>
            </a:br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D03B5D-5FFA-E5F6-4809-2621EC71A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166" y="1672289"/>
            <a:ext cx="14631668" cy="694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153F32-FCD4-C376-C5C5-58902E208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095" y="1695151"/>
            <a:ext cx="7938003" cy="60988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C67E8D-1DE1-F357-A116-B2BE6B17E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1771358"/>
            <a:ext cx="7905749" cy="619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9022B-A8CE-9838-471B-448BE0209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778" y="1927581"/>
            <a:ext cx="9985984" cy="643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A2DCB8-EF1C-6369-4020-C81D31B49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908" y="1706582"/>
            <a:ext cx="13338292" cy="778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8FE966-85CA-CAAB-FBA6-B5F6FC8DACED}"/>
              </a:ext>
            </a:extLst>
          </p:cNvPr>
          <p:cNvSpPr txBox="1"/>
          <p:nvPr/>
        </p:nvSpPr>
        <p:spPr>
          <a:xfrm>
            <a:off x="7022892" y="4964455"/>
            <a:ext cx="14045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F9FAFB"/>
                </a:solidFill>
                <a:effectLst/>
                <a:latin typeface="quote-cjk-patch"/>
              </a:rPr>
              <a:t>Advantages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ED2BEA-3076-3B2B-D0C6-B22B1A0C83AE}"/>
              </a:ext>
            </a:extLst>
          </p:cNvPr>
          <p:cNvSpPr txBox="1"/>
          <p:nvPr/>
        </p:nvSpPr>
        <p:spPr>
          <a:xfrm rot="10800000" flipV="1">
            <a:off x="1775691" y="1909375"/>
            <a:ext cx="18836662" cy="7223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Fully automated event discovery and registration.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Reduces manual workload for admins.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Real‑time event updates and statistics.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Role‑based access ensures security.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Scalable and easy to maintain (Spring Boot architecture).</a:t>
            </a:r>
          </a:p>
          <a:p>
            <a:r>
              <a:rPr lang="en-IN" sz="3200" b="1" dirty="0"/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No email/SMS notification system (can be added later).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Basic authentication only – no OAuth or role hierarchy.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Limited to campus use; no public event booking.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Feedback feature is minimal (can be extended).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873</Words>
  <Application>Microsoft Office PowerPoint</Application>
  <PresentationFormat>Custom</PresentationFormat>
  <Paragraphs>233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Cambria</vt:lpstr>
      <vt:lpstr>Arial</vt:lpstr>
      <vt:lpstr>quote-cjk-patch</vt:lpstr>
      <vt:lpstr>Times New Roman</vt:lpstr>
      <vt:lpstr>Gotham</vt:lpstr>
      <vt:lpstr>Bookman Old Style</vt:lpstr>
      <vt:lpstr>Calibri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Admin</dc:creator>
  <cp:lastModifiedBy>Gayani Reddy</cp:lastModifiedBy>
  <cp:revision>16</cp:revision>
  <dcterms:created xsi:type="dcterms:W3CDTF">2006-08-16T00:00:00Z</dcterms:created>
  <dcterms:modified xsi:type="dcterms:W3CDTF">2026-05-05T04:33:01Z</dcterms:modified>
  <dc:identifier>DAHCaYqJ9OU</dc:identifier>
</cp:coreProperties>
</file>